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8" r:id="rId5"/>
    <p:sldId id="259"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3/17/2026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3/17/2026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3/17/2026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3/17/2026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3/17/2026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3/17/2026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3/17/2026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3/17/2026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3/17/2026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3/17/2026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3/17/2026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3/17/2026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3/17/2026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3/17/2026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3/17/2026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3/17/2026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3/17/2026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3/17/2026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D856-3672-AA20-A404-FF669B92FAFD}"/>
              </a:ext>
            </a:extLst>
          </p:cNvPr>
          <p:cNvSpPr>
            <a:spLocks noGrp="1"/>
          </p:cNvSpPr>
          <p:nvPr>
            <p:ph type="ctrTitle"/>
          </p:nvPr>
        </p:nvSpPr>
        <p:spPr>
          <a:xfrm>
            <a:off x="943896" y="609601"/>
            <a:ext cx="9326231" cy="2910348"/>
          </a:xfrm>
        </p:spPr>
        <p:txBody>
          <a:bodyPr/>
          <a:lstStyle/>
          <a:p>
            <a:r>
              <a:rPr lang="en-US" dirty="0"/>
              <a:t>Water Quality Prediction Using AI &amp; ML </a:t>
            </a:r>
            <a:endParaRPr lang="en-IN" b="1" dirty="0"/>
          </a:p>
        </p:txBody>
      </p:sp>
      <p:sp>
        <p:nvSpPr>
          <p:cNvPr id="3" name="Subtitle 2">
            <a:extLst>
              <a:ext uri="{FF2B5EF4-FFF2-40B4-BE49-F238E27FC236}">
                <a16:creationId xmlns:a16="http://schemas.microsoft.com/office/drawing/2014/main" id="{BA2E979C-7450-11FD-F797-B9A41F581DFF}"/>
              </a:ext>
            </a:extLst>
          </p:cNvPr>
          <p:cNvSpPr>
            <a:spLocks noGrp="1"/>
          </p:cNvSpPr>
          <p:nvPr>
            <p:ph type="subTitle" idx="1"/>
          </p:nvPr>
        </p:nvSpPr>
        <p:spPr>
          <a:xfrm>
            <a:off x="1154955" y="3765755"/>
            <a:ext cx="9326232" cy="2212257"/>
          </a:xfrm>
        </p:spPr>
        <p:txBody>
          <a:bodyPr>
            <a:normAutofit/>
          </a:bodyPr>
          <a:lstStyle/>
          <a:p>
            <a:r>
              <a:rPr lang="en-US" sz="2000" dirty="0"/>
              <a:t>Presented by – Varada Sai </a:t>
            </a:r>
            <a:r>
              <a:rPr lang="en-US" sz="2000" dirty="0" err="1"/>
              <a:t>sriram</a:t>
            </a:r>
            <a:endParaRPr lang="en-US" sz="2000" dirty="0"/>
          </a:p>
          <a:p>
            <a:r>
              <a:rPr lang="en-US" sz="2000" dirty="0"/>
              <a:t>Guide - G. Sai Kireeti</a:t>
            </a:r>
          </a:p>
          <a:p>
            <a:r>
              <a:rPr lang="en-US" sz="2000" dirty="0"/>
              <a:t>Computer Science Department</a:t>
            </a:r>
          </a:p>
          <a:p>
            <a:r>
              <a:rPr lang="en-US" sz="2000" dirty="0"/>
              <a:t>Aditya School of Animation</a:t>
            </a:r>
          </a:p>
          <a:p>
            <a:endParaRPr lang="en-IN" sz="2000" dirty="0"/>
          </a:p>
        </p:txBody>
      </p:sp>
    </p:spTree>
    <p:extLst>
      <p:ext uri="{BB962C8B-B14F-4D97-AF65-F5344CB8AC3E}">
        <p14:creationId xmlns:p14="http://schemas.microsoft.com/office/powerpoint/2010/main" val="68275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4751B-82EF-4B73-65ED-CBAE64A6DEAE}"/>
              </a:ext>
            </a:extLst>
          </p:cNvPr>
          <p:cNvSpPr>
            <a:spLocks noGrp="1"/>
          </p:cNvSpPr>
          <p:nvPr>
            <p:ph type="title"/>
          </p:nvPr>
        </p:nvSpPr>
        <p:spPr>
          <a:xfrm>
            <a:off x="1154954" y="433137"/>
            <a:ext cx="9256372" cy="1540041"/>
          </a:xfrm>
        </p:spPr>
        <p:txBody>
          <a:bodyPr/>
          <a:lstStyle/>
          <a:p>
            <a:r>
              <a:rPr lang="en-IN" sz="4000" b="1" dirty="0"/>
              <a:t>Introduction</a:t>
            </a:r>
          </a:p>
        </p:txBody>
      </p:sp>
      <p:sp>
        <p:nvSpPr>
          <p:cNvPr id="3" name="Content Placeholder 2">
            <a:extLst>
              <a:ext uri="{FF2B5EF4-FFF2-40B4-BE49-F238E27FC236}">
                <a16:creationId xmlns:a16="http://schemas.microsoft.com/office/drawing/2014/main" id="{13A46C47-7FED-6FD7-C1B2-204CE84DE7B2}"/>
              </a:ext>
            </a:extLst>
          </p:cNvPr>
          <p:cNvSpPr>
            <a:spLocks noGrp="1"/>
          </p:cNvSpPr>
          <p:nvPr>
            <p:ph idx="1"/>
          </p:nvPr>
        </p:nvSpPr>
        <p:spPr>
          <a:xfrm>
            <a:off x="1154954" y="2374231"/>
            <a:ext cx="9365562" cy="4315327"/>
          </a:xfrm>
        </p:spPr>
        <p:txBody>
          <a:bodyPr>
            <a:noAutofit/>
          </a:bodyPr>
          <a:lstStyle/>
          <a:p>
            <a:r>
              <a:rPr lang="en-US" dirty="0"/>
              <a:t>Access to safe drinking water is essential for life, a basic human right, and a core component of effective health protection. Consuming contaminated water can lead to severe health issues and fatal diseases.</a:t>
            </a:r>
          </a:p>
          <a:p>
            <a:r>
              <a:rPr lang="en-US" dirty="0"/>
              <a:t>This project focuses on developing a </a:t>
            </a:r>
            <a:r>
              <a:rPr lang="en-US" b="1" dirty="0"/>
              <a:t>Water Quality Prediction System</a:t>
            </a:r>
            <a:r>
              <a:rPr lang="en-US" dirty="0"/>
              <a:t> using Artificial Intelligence and Machine Learning techniques. The system analyzes water quality metrics such as pH, hardness, total dissolved solids, chloramines, sulfate, and turbidity.</a:t>
            </a:r>
          </a:p>
          <a:p>
            <a:r>
              <a:rPr lang="en-US" dirty="0"/>
              <a:t>Machine learning algorithms are trained on water quality datasets to identify patterns related to water potability (whether the water is safe to drink). When water sample information is entered into the system, the trained model predicts if it is safe for human consumption.</a:t>
            </a:r>
          </a:p>
          <a:p>
            <a:r>
              <a:rPr lang="en-US" dirty="0"/>
              <a:t>This system can assist environmental agencies and public health professionals in monitoring water safety, improving public health, and preventing waterborne diseases.</a:t>
            </a:r>
          </a:p>
        </p:txBody>
      </p:sp>
    </p:spTree>
    <p:extLst>
      <p:ext uri="{BB962C8B-B14F-4D97-AF65-F5344CB8AC3E}">
        <p14:creationId xmlns:p14="http://schemas.microsoft.com/office/powerpoint/2010/main" val="1927142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F7FBD-C107-59E8-3F1B-1149D5E62328}"/>
              </a:ext>
            </a:extLst>
          </p:cNvPr>
          <p:cNvSpPr>
            <a:spLocks noGrp="1"/>
          </p:cNvSpPr>
          <p:nvPr>
            <p:ph type="title"/>
          </p:nvPr>
        </p:nvSpPr>
        <p:spPr/>
        <p:txBody>
          <a:bodyPr/>
          <a:lstStyle/>
          <a:p>
            <a:r>
              <a:rPr lang="en-IN" sz="4000" b="1" dirty="0"/>
              <a:t>Problem Statement</a:t>
            </a:r>
          </a:p>
        </p:txBody>
      </p:sp>
      <p:sp>
        <p:nvSpPr>
          <p:cNvPr id="3" name="Content Placeholder 2">
            <a:extLst>
              <a:ext uri="{FF2B5EF4-FFF2-40B4-BE49-F238E27FC236}">
                <a16:creationId xmlns:a16="http://schemas.microsoft.com/office/drawing/2014/main" id="{C48784B7-78D1-F6FA-1553-31DAF2B66313}"/>
              </a:ext>
            </a:extLst>
          </p:cNvPr>
          <p:cNvSpPr>
            <a:spLocks noGrp="1"/>
          </p:cNvSpPr>
          <p:nvPr>
            <p:ph idx="1"/>
          </p:nvPr>
        </p:nvSpPr>
        <p:spPr>
          <a:xfrm>
            <a:off x="1154954" y="2336799"/>
            <a:ext cx="9286904" cy="3967747"/>
          </a:xfrm>
        </p:spPr>
        <p:txBody>
          <a:bodyPr>
            <a:noAutofit/>
          </a:bodyPr>
          <a:lstStyle/>
          <a:p>
            <a:r>
              <a:rPr lang="en-US" dirty="0"/>
              <a:t>Water pollution is increasing rapidly across the world due to industrial waste, urbanization, and environmental degradation. Many communities end up consuming unsafe water without knowing its quality, leading to severe health consequences.</a:t>
            </a:r>
          </a:p>
          <a:p>
            <a:r>
              <a:rPr lang="en-US" dirty="0"/>
              <a:t>Traditional water quality testing methods rely heavily on physical sampling, laboratory tests, and chemical analysis. However, determining water safety manually using these methods can be time‑consuming, expensive, and frequently delayed.</a:t>
            </a:r>
          </a:p>
          <a:p>
            <a:r>
              <a:rPr lang="en-US" dirty="0"/>
              <a:t>Therefore, there is a need for an intelligent system that can analyze water composition data and predict its potability accurately. A machine learning‑based prediction system can help authorities identify contaminated water sources and take preventive actions before the public is affected.</a:t>
            </a:r>
          </a:p>
        </p:txBody>
      </p:sp>
    </p:spTree>
    <p:extLst>
      <p:ext uri="{BB962C8B-B14F-4D97-AF65-F5344CB8AC3E}">
        <p14:creationId xmlns:p14="http://schemas.microsoft.com/office/powerpoint/2010/main" val="677927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5677-8013-25A1-4BAF-C7AADB2C18B6}"/>
              </a:ext>
            </a:extLst>
          </p:cNvPr>
          <p:cNvSpPr>
            <a:spLocks noGrp="1"/>
          </p:cNvSpPr>
          <p:nvPr>
            <p:ph type="title"/>
          </p:nvPr>
        </p:nvSpPr>
        <p:spPr/>
        <p:txBody>
          <a:bodyPr/>
          <a:lstStyle/>
          <a:p>
            <a:r>
              <a:rPr lang="en-IN" sz="4000" b="1" dirty="0"/>
              <a:t>Existing System</a:t>
            </a:r>
          </a:p>
        </p:txBody>
      </p:sp>
      <p:sp>
        <p:nvSpPr>
          <p:cNvPr id="3" name="Content Placeholder 2">
            <a:extLst>
              <a:ext uri="{FF2B5EF4-FFF2-40B4-BE49-F238E27FC236}">
                <a16:creationId xmlns:a16="http://schemas.microsoft.com/office/drawing/2014/main" id="{5360B20B-50A0-F14C-D78B-151FD3CDF5EB}"/>
              </a:ext>
            </a:extLst>
          </p:cNvPr>
          <p:cNvSpPr>
            <a:spLocks noGrp="1"/>
          </p:cNvSpPr>
          <p:nvPr>
            <p:ph idx="1"/>
          </p:nvPr>
        </p:nvSpPr>
        <p:spPr>
          <a:xfrm>
            <a:off x="1154954" y="2603500"/>
            <a:ext cx="9601536" cy="3416300"/>
          </a:xfrm>
        </p:spPr>
        <p:txBody>
          <a:bodyPr>
            <a:noAutofit/>
          </a:bodyPr>
          <a:lstStyle/>
          <a:p>
            <a:r>
              <a:rPr lang="en-US" dirty="0"/>
              <a:t>In the existing environmental monitoring system, water quality is usually determined through manual field sampling followed by extensive laboratory tests and expert evaluation.</a:t>
            </a:r>
          </a:p>
          <a:p>
            <a:r>
              <a:rPr lang="en-US" dirty="0"/>
              <a:t>Although these chemical and biological analysis methods are accurate, they require significant time, specialized testing equipment, and expert interpretation. In many situations, real-time quality prediction is not possible due to limited resources or delayed lab results.</a:t>
            </a:r>
          </a:p>
          <a:p>
            <a:r>
              <a:rPr lang="en-US" dirty="0"/>
              <a:t>As a result, contamination might only be discovered after continuous exposure or a disease outbreak. The existing system lacks an automated, real-time method that can quickly analyze metric data and predict water safety using intelligent computational techniques.</a:t>
            </a:r>
          </a:p>
        </p:txBody>
      </p:sp>
    </p:spTree>
    <p:extLst>
      <p:ext uri="{BB962C8B-B14F-4D97-AF65-F5344CB8AC3E}">
        <p14:creationId xmlns:p14="http://schemas.microsoft.com/office/powerpoint/2010/main" val="229912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F98EC-275B-BB35-FAE9-328ED1BCB464}"/>
              </a:ext>
            </a:extLst>
          </p:cNvPr>
          <p:cNvSpPr>
            <a:spLocks noGrp="1"/>
          </p:cNvSpPr>
          <p:nvPr>
            <p:ph type="title"/>
          </p:nvPr>
        </p:nvSpPr>
        <p:spPr/>
        <p:txBody>
          <a:bodyPr/>
          <a:lstStyle/>
          <a:p>
            <a:r>
              <a:rPr lang="en-IN" sz="4000" b="1" dirty="0"/>
              <a:t>Proposed System</a:t>
            </a:r>
          </a:p>
        </p:txBody>
      </p:sp>
      <p:sp>
        <p:nvSpPr>
          <p:cNvPr id="3" name="Content Placeholder 2">
            <a:extLst>
              <a:ext uri="{FF2B5EF4-FFF2-40B4-BE49-F238E27FC236}">
                <a16:creationId xmlns:a16="http://schemas.microsoft.com/office/drawing/2014/main" id="{07BFAC55-2087-4A8B-1AB1-9AAF68E646EE}"/>
              </a:ext>
            </a:extLst>
          </p:cNvPr>
          <p:cNvSpPr>
            <a:spLocks noGrp="1"/>
          </p:cNvSpPr>
          <p:nvPr>
            <p:ph idx="1"/>
          </p:nvPr>
        </p:nvSpPr>
        <p:spPr>
          <a:xfrm>
            <a:off x="1154954" y="2336799"/>
            <a:ext cx="9705551" cy="4521201"/>
          </a:xfrm>
        </p:spPr>
        <p:txBody>
          <a:bodyPr>
            <a:noAutofit/>
          </a:bodyPr>
          <a:lstStyle/>
          <a:p>
            <a:r>
              <a:rPr lang="en-US" dirty="0"/>
              <a:t>The proposed system aims to develop a </a:t>
            </a:r>
            <a:r>
              <a:rPr lang="en-US" b="1" dirty="0"/>
              <a:t>Water Quality Prediction System</a:t>
            </a:r>
            <a:r>
              <a:rPr lang="en-US" dirty="0"/>
              <a:t> using powerful Artificial Intelligence and Machine Learning algorithms (such as Random Forest, </a:t>
            </a:r>
            <a:r>
              <a:rPr lang="en-US" dirty="0" err="1"/>
              <a:t>XGBoost</a:t>
            </a:r>
            <a:r>
              <a:rPr lang="en-US" dirty="0"/>
              <a:t>, etc.).</a:t>
            </a:r>
          </a:p>
          <a:p>
            <a:r>
              <a:rPr lang="en-US" dirty="0"/>
              <a:t>The system is trained using a comprehensive environmental dataset containing important water attributes such as pH level, Hardness, Solid concentrations, Chloramines, Sulfate, Conductivity, Organic Carbon, Trihalomethanes, and Turbidity.</a:t>
            </a:r>
          </a:p>
          <a:p>
            <a:r>
              <a:rPr lang="en-US" dirty="0"/>
              <a:t>Advanced machine learning models analyze these features, handle data imbalances (using techniques like SMOTE), and learn the complex patterns associated with safe drinking water. When a user inputs the specific chemical metrics of a water sample, the trained model instantly calculates the probability and predicts whether the water is safe.</a:t>
            </a:r>
          </a:p>
          <a:p>
            <a:r>
              <a:rPr lang="en-US" dirty="0"/>
              <a:t>This automated system helps environmental health officers detect water contamination faster, allowing them to take preventive actions immediately to safeguard public health.</a:t>
            </a:r>
          </a:p>
        </p:txBody>
      </p:sp>
    </p:spTree>
    <p:extLst>
      <p:ext uri="{BB962C8B-B14F-4D97-AF65-F5344CB8AC3E}">
        <p14:creationId xmlns:p14="http://schemas.microsoft.com/office/powerpoint/2010/main" val="2404557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120A-66AE-5D8A-4E89-CC7D916732B5}"/>
              </a:ext>
            </a:extLst>
          </p:cNvPr>
          <p:cNvSpPr>
            <a:spLocks noGrp="1"/>
          </p:cNvSpPr>
          <p:nvPr>
            <p:ph type="title"/>
          </p:nvPr>
        </p:nvSpPr>
        <p:spPr/>
        <p:txBody>
          <a:bodyPr/>
          <a:lstStyle/>
          <a:p>
            <a:pPr algn="just"/>
            <a:r>
              <a:rPr lang="en-IN" sz="4000" b="1" dirty="0"/>
              <a:t>Abstraction</a:t>
            </a:r>
          </a:p>
        </p:txBody>
      </p:sp>
      <p:sp>
        <p:nvSpPr>
          <p:cNvPr id="3" name="Content Placeholder 2">
            <a:extLst>
              <a:ext uri="{FF2B5EF4-FFF2-40B4-BE49-F238E27FC236}">
                <a16:creationId xmlns:a16="http://schemas.microsoft.com/office/drawing/2014/main" id="{F0180CB5-40DB-9274-1F56-D8D4A735E1A0}"/>
              </a:ext>
            </a:extLst>
          </p:cNvPr>
          <p:cNvSpPr>
            <a:spLocks noGrp="1"/>
          </p:cNvSpPr>
          <p:nvPr>
            <p:ph idx="1"/>
          </p:nvPr>
        </p:nvSpPr>
        <p:spPr>
          <a:xfrm>
            <a:off x="1253277" y="2357120"/>
            <a:ext cx="9462246" cy="3662680"/>
          </a:xfrm>
        </p:spPr>
        <p:txBody>
          <a:bodyPr>
            <a:noAutofit/>
          </a:bodyPr>
          <a:lstStyle/>
          <a:p>
            <a:r>
              <a:rPr lang="en-US" dirty="0"/>
              <a:t>In today's digital environment, machine learning technologies are increasingly being applied to assist in environmental monitoring, resource management, and public safety.</a:t>
            </a:r>
          </a:p>
          <a:p>
            <a:r>
              <a:rPr lang="en-US" dirty="0"/>
              <a:t>This project, </a:t>
            </a:r>
            <a:r>
              <a:rPr lang="en-US" b="1" dirty="0"/>
              <a:t>“Water Quality Prediction Using Machine Learning,”</a:t>
            </a:r>
            <a:r>
              <a:rPr lang="en-US" dirty="0"/>
              <a:t> focuses on predicting the potability of water based on its chemical and physical parameters. The system is developed using Python and relies on robust machine learning algorithms to build a highly accurate predictive model.</a:t>
            </a:r>
          </a:p>
          <a:p>
            <a:r>
              <a:rPr lang="en-US" dirty="0"/>
              <a:t>The trained model analyzes various water metrics, identifies hidden contamination patterns, and achieves a high level of accuracy. Based on this thorough analysis, the system successfully predicts whether a water sample is potable.</a:t>
            </a:r>
          </a:p>
          <a:p>
            <a:r>
              <a:rPr lang="en-US" dirty="0"/>
              <a:t>The proposed system can support real-time monitoring infrastructure, improve crucial decision‑making in public health, and help ensure continuous access to safe drinking water through timely technological intervention.</a:t>
            </a:r>
          </a:p>
        </p:txBody>
      </p:sp>
    </p:spTree>
    <p:extLst>
      <p:ext uri="{BB962C8B-B14F-4D97-AF65-F5344CB8AC3E}">
        <p14:creationId xmlns:p14="http://schemas.microsoft.com/office/powerpoint/2010/main" val="3515239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
  <TotalTime>33</TotalTime>
  <Words>701</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 Boardroom</vt:lpstr>
      <vt:lpstr>Water Quality Prediction Using AI &amp; ML </vt:lpstr>
      <vt:lpstr>Introduction</vt:lpstr>
      <vt:lpstr>Problem Statement</vt:lpstr>
      <vt:lpstr>Existing System</vt:lpstr>
      <vt:lpstr>Proposed System</vt:lpstr>
      <vt:lpstr>Abstraction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Srinu Vasu</dc:creator>
  <cp:lastModifiedBy>varada saisriram</cp:lastModifiedBy>
  <cp:revision>3</cp:revision>
  <dcterms:created xsi:type="dcterms:W3CDTF">2026-03-16T16:27:07Z</dcterms:created>
  <dcterms:modified xsi:type="dcterms:W3CDTF">2026-03-17T05:32:25Z</dcterms:modified>
</cp:coreProperties>
</file>