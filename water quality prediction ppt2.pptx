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3/24/2026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3/24/2026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3/24/2026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3/24/2026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3/24/2026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3/24/2026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3/24/2026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3/24/2026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3/24/2026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3/24/2026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3/24/2026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D365D-8376-ACC6-DA97-3E371D5A44B7}"/>
              </a:ext>
            </a:extLst>
          </p:cNvPr>
          <p:cNvSpPr>
            <a:spLocks noGrp="1"/>
          </p:cNvSpPr>
          <p:nvPr>
            <p:ph type="ctrTitle"/>
          </p:nvPr>
        </p:nvSpPr>
        <p:spPr>
          <a:xfrm>
            <a:off x="1154955" y="526571"/>
            <a:ext cx="8825658" cy="2677648"/>
          </a:xfrm>
        </p:spPr>
        <p:txBody>
          <a:bodyPr/>
          <a:lstStyle/>
          <a:p>
            <a:r>
              <a:rPr lang="en-US" b="1" dirty="0"/>
              <a:t>water quality prediction Using AI &amp; ML </a:t>
            </a:r>
            <a:endParaRPr lang="en-IN" dirty="0"/>
          </a:p>
        </p:txBody>
      </p:sp>
      <p:sp>
        <p:nvSpPr>
          <p:cNvPr id="3" name="Subtitle 2">
            <a:extLst>
              <a:ext uri="{FF2B5EF4-FFF2-40B4-BE49-F238E27FC236}">
                <a16:creationId xmlns:a16="http://schemas.microsoft.com/office/drawing/2014/main" id="{5D81F653-00CF-B30C-AB9E-03A6D6AC0F6E}"/>
              </a:ext>
            </a:extLst>
          </p:cNvPr>
          <p:cNvSpPr>
            <a:spLocks noGrp="1"/>
          </p:cNvSpPr>
          <p:nvPr>
            <p:ph type="subTitle" idx="1"/>
          </p:nvPr>
        </p:nvSpPr>
        <p:spPr>
          <a:xfrm>
            <a:off x="1154955" y="3500284"/>
            <a:ext cx="8825658" cy="2222090"/>
          </a:xfrm>
        </p:spPr>
        <p:txBody>
          <a:bodyPr>
            <a:normAutofit/>
          </a:bodyPr>
          <a:lstStyle/>
          <a:p>
            <a:r>
              <a:rPr lang="en-US" b="1" dirty="0"/>
              <a:t>Presented by – Varada </a:t>
            </a:r>
            <a:r>
              <a:rPr lang="en-US" b="1" dirty="0" err="1"/>
              <a:t>sai</a:t>
            </a:r>
            <a:r>
              <a:rPr lang="en-US" b="1" dirty="0"/>
              <a:t> </a:t>
            </a:r>
            <a:r>
              <a:rPr lang="en-US" b="1" dirty="0" err="1"/>
              <a:t>sriram</a:t>
            </a:r>
            <a:endParaRPr lang="en-US" b="1" dirty="0"/>
          </a:p>
          <a:p>
            <a:r>
              <a:rPr lang="en-US" b="1" dirty="0"/>
              <a:t>Guide - G. Sai Kireeti</a:t>
            </a:r>
          </a:p>
          <a:p>
            <a:r>
              <a:rPr lang="en-US" b="1" dirty="0"/>
              <a:t>Computer Science Department</a:t>
            </a:r>
          </a:p>
          <a:p>
            <a:r>
              <a:rPr lang="en-US" b="1" dirty="0"/>
              <a:t>Aditya School of Animation</a:t>
            </a:r>
          </a:p>
          <a:p>
            <a:endParaRPr lang="en-IN" b="1" dirty="0"/>
          </a:p>
          <a:p>
            <a:endParaRPr lang="en-IN" b="1" dirty="0"/>
          </a:p>
        </p:txBody>
      </p:sp>
    </p:spTree>
    <p:extLst>
      <p:ext uri="{BB962C8B-B14F-4D97-AF65-F5344CB8AC3E}">
        <p14:creationId xmlns:p14="http://schemas.microsoft.com/office/powerpoint/2010/main" val="2525971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F6F5A-EC9D-497F-63FD-480453B57418}"/>
              </a:ext>
            </a:extLst>
          </p:cNvPr>
          <p:cNvSpPr>
            <a:spLocks noGrp="1"/>
          </p:cNvSpPr>
          <p:nvPr>
            <p:ph type="title"/>
          </p:nvPr>
        </p:nvSpPr>
        <p:spPr/>
        <p:txBody>
          <a:bodyPr/>
          <a:lstStyle/>
          <a:p>
            <a:r>
              <a:rPr lang="en-IN" sz="4000" b="1" dirty="0"/>
              <a:t>References</a:t>
            </a:r>
          </a:p>
        </p:txBody>
      </p:sp>
      <p:sp>
        <p:nvSpPr>
          <p:cNvPr id="3" name="Rectangle 1">
            <a:extLst>
              <a:ext uri="{FF2B5EF4-FFF2-40B4-BE49-F238E27FC236}">
                <a16:creationId xmlns:a16="http://schemas.microsoft.com/office/drawing/2014/main" id="{A1EAB8E4-F6C5-A915-AA33-98908B877680}"/>
              </a:ext>
            </a:extLst>
          </p:cNvPr>
          <p:cNvSpPr>
            <a:spLocks noChangeArrowheads="1"/>
          </p:cNvSpPr>
          <p:nvPr/>
        </p:nvSpPr>
        <p:spPr bwMode="auto">
          <a:xfrm>
            <a:off x="705485" y="2552691"/>
            <a:ext cx="1060259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Scikit-learn Documentation</a:t>
            </a:r>
            <a:br>
              <a:rPr lang="en-US" sz="2400" dirty="0"/>
            </a:br>
            <a:r>
              <a:rPr lang="en-US" sz="2400" dirty="0"/>
              <a:t>Official documentation was used to implement machine learning algorithms like Random Forest and Decision Tree.</a:t>
            </a:r>
          </a:p>
          <a:p>
            <a:r>
              <a:rPr lang="en-US" sz="2400" b="1" dirty="0"/>
              <a:t>Kaggle Dataset</a:t>
            </a:r>
            <a:br>
              <a:rPr lang="en-US" sz="2400" dirty="0"/>
            </a:br>
            <a:r>
              <a:rPr lang="en-US" sz="2400" dirty="0"/>
              <a:t>Water quality dataset was collected from Kaggle, which contains real-world water parameter data for training the model.</a:t>
            </a:r>
          </a:p>
          <a:p>
            <a:r>
              <a:rPr lang="en-US" sz="2400" b="1" dirty="0"/>
              <a:t>Web Resources</a:t>
            </a:r>
            <a:br>
              <a:rPr lang="en-US" sz="2400" dirty="0"/>
            </a:br>
            <a:r>
              <a:rPr lang="en-US" sz="2400" dirty="0"/>
              <a:t>Online tutorials and documentation were used for Flask development, frontend design, and system implementation</a:t>
            </a:r>
          </a:p>
        </p:txBody>
      </p:sp>
    </p:spTree>
    <p:extLst>
      <p:ext uri="{BB962C8B-B14F-4D97-AF65-F5344CB8AC3E}">
        <p14:creationId xmlns:p14="http://schemas.microsoft.com/office/powerpoint/2010/main" val="1460736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C7A79-A968-B5E7-D8F7-6F28E8BFFA36}"/>
              </a:ext>
            </a:extLst>
          </p:cNvPr>
          <p:cNvSpPr>
            <a:spLocks noGrp="1"/>
          </p:cNvSpPr>
          <p:nvPr>
            <p:ph type="title"/>
          </p:nvPr>
        </p:nvSpPr>
        <p:spPr/>
        <p:txBody>
          <a:bodyPr/>
          <a:lstStyle/>
          <a:p>
            <a:r>
              <a:rPr lang="en-IN" sz="4000" b="1" dirty="0"/>
              <a:t>Algorithms</a:t>
            </a:r>
          </a:p>
        </p:txBody>
      </p:sp>
      <p:sp>
        <p:nvSpPr>
          <p:cNvPr id="5" name="Rectangle 2">
            <a:extLst>
              <a:ext uri="{FF2B5EF4-FFF2-40B4-BE49-F238E27FC236}">
                <a16:creationId xmlns:a16="http://schemas.microsoft.com/office/drawing/2014/main" id="{5E1194FB-4CAC-A389-B785-61F67ECBD41E}"/>
              </a:ext>
            </a:extLst>
          </p:cNvPr>
          <p:cNvSpPr>
            <a:spLocks noGrp="1" noChangeArrowheads="1"/>
          </p:cNvSpPr>
          <p:nvPr>
            <p:ph idx="1"/>
          </p:nvPr>
        </p:nvSpPr>
        <p:spPr bwMode="auto">
          <a:xfrm>
            <a:off x="518160" y="2337525"/>
            <a:ext cx="11430000" cy="4283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Random Forest Classifier</a:t>
            </a:r>
            <a:br>
              <a:rPr lang="en-US" sz="2400" dirty="0"/>
            </a:br>
            <a:r>
              <a:rPr lang="en-US" sz="2400" dirty="0"/>
              <a:t>Random Forest is an ensemble learning algorithm that builds multiple decision trees and combines their outputs. It improves prediction accuracy and reduces overfitting. It works well with large datasets and provides high performance in classification problems like water quality prediction.</a:t>
            </a:r>
          </a:p>
          <a:p>
            <a:r>
              <a:rPr lang="en-US" sz="2400" b="1" dirty="0"/>
              <a:t>Extra Trees Classifier (Extremely Randomized Trees)</a:t>
            </a:r>
            <a:br>
              <a:rPr lang="en-US" sz="2400" dirty="0"/>
            </a:br>
            <a:r>
              <a:rPr lang="en-US" sz="2400" dirty="0"/>
              <a:t>Extra Trees is an advanced ensemble technique similar to Random Forest but introduces more randomness. It selects random splits and features, which helps in reducing variance and improving accuracy. It works efficiently for classification tasks like predicting safe or unsafe water.</a:t>
            </a:r>
          </a:p>
        </p:txBody>
      </p:sp>
    </p:spTree>
    <p:extLst>
      <p:ext uri="{BB962C8B-B14F-4D97-AF65-F5344CB8AC3E}">
        <p14:creationId xmlns:p14="http://schemas.microsoft.com/office/powerpoint/2010/main" val="1289652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87B51-1C56-93E9-DD15-370FE4CB496C}"/>
              </a:ext>
            </a:extLst>
          </p:cNvPr>
          <p:cNvSpPr>
            <a:spLocks noGrp="1"/>
          </p:cNvSpPr>
          <p:nvPr>
            <p:ph type="title"/>
          </p:nvPr>
        </p:nvSpPr>
        <p:spPr/>
        <p:txBody>
          <a:bodyPr/>
          <a:lstStyle/>
          <a:p>
            <a:r>
              <a:rPr lang="en-IN" sz="4000" b="1" dirty="0"/>
              <a:t>Techniques</a:t>
            </a:r>
          </a:p>
        </p:txBody>
      </p:sp>
      <p:sp>
        <p:nvSpPr>
          <p:cNvPr id="4" name="Rectangle 1">
            <a:extLst>
              <a:ext uri="{FF2B5EF4-FFF2-40B4-BE49-F238E27FC236}">
                <a16:creationId xmlns:a16="http://schemas.microsoft.com/office/drawing/2014/main" id="{FB21A1E9-F540-1345-B447-52FA35B3AD09}"/>
              </a:ext>
            </a:extLst>
          </p:cNvPr>
          <p:cNvSpPr>
            <a:spLocks noGrp="1" noChangeArrowheads="1"/>
          </p:cNvSpPr>
          <p:nvPr>
            <p:ph idx="1"/>
          </p:nvPr>
        </p:nvSpPr>
        <p:spPr bwMode="auto">
          <a:xfrm>
            <a:off x="336883" y="1948964"/>
            <a:ext cx="11983453" cy="4909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Feature-Based Prediction</a:t>
            </a:r>
            <a:br>
              <a:rPr lang="en-US" sz="2400" dirty="0"/>
            </a:br>
            <a:r>
              <a:rPr lang="en-US" sz="2400" dirty="0"/>
              <a:t>Uses important water attributes such as pH, hardness, total dissolved solids, chloramines, sulfate, conductivity, organic carbon, trihalomethanes, and turbidity for prediction.</a:t>
            </a:r>
          </a:p>
          <a:p>
            <a:r>
              <a:rPr lang="en-US" sz="2400" b="1" dirty="0"/>
              <a:t>Data Preprocessing</a:t>
            </a:r>
            <a:br>
              <a:rPr lang="en-US" sz="2400" dirty="0"/>
            </a:br>
            <a:r>
              <a:rPr lang="en-US" sz="2400" dirty="0"/>
              <a:t>Cleaning the dataset by removing missing or incorrect values to improve model performance.</a:t>
            </a:r>
          </a:p>
          <a:p>
            <a:r>
              <a:rPr lang="en-US" sz="2400" b="1" dirty="0"/>
              <a:t>Feature Engineering</a:t>
            </a:r>
            <a:br>
              <a:rPr lang="en-US" sz="2400" dirty="0"/>
            </a:br>
            <a:r>
              <a:rPr lang="en-US" sz="2400" dirty="0"/>
              <a:t>Selecting the most relevant features that contribute to better prediction accuracy.</a:t>
            </a:r>
          </a:p>
          <a:p>
            <a:r>
              <a:rPr lang="en-US" sz="2400" b="1" dirty="0"/>
              <a:t>Model Evaluation</a:t>
            </a:r>
            <a:br>
              <a:rPr lang="en-US" sz="2400" dirty="0"/>
            </a:br>
            <a:r>
              <a:rPr lang="en-US" sz="2400" dirty="0"/>
              <a:t>Comparing different models based on accuracy and selecting the best one.</a:t>
            </a:r>
          </a:p>
        </p:txBody>
      </p:sp>
    </p:spTree>
    <p:extLst>
      <p:ext uri="{BB962C8B-B14F-4D97-AF65-F5344CB8AC3E}">
        <p14:creationId xmlns:p14="http://schemas.microsoft.com/office/powerpoint/2010/main" val="66736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6CA41-ECC5-72AC-7351-F691F01770C9}"/>
              </a:ext>
            </a:extLst>
          </p:cNvPr>
          <p:cNvSpPr>
            <a:spLocks noGrp="1"/>
          </p:cNvSpPr>
          <p:nvPr>
            <p:ph type="title"/>
          </p:nvPr>
        </p:nvSpPr>
        <p:spPr/>
        <p:txBody>
          <a:bodyPr/>
          <a:lstStyle/>
          <a:p>
            <a:r>
              <a:rPr lang="en-IN" sz="4000" b="1" dirty="0"/>
              <a:t>Methods Used</a:t>
            </a:r>
          </a:p>
        </p:txBody>
      </p:sp>
      <p:sp>
        <p:nvSpPr>
          <p:cNvPr id="4" name="Rectangle 1">
            <a:extLst>
              <a:ext uri="{FF2B5EF4-FFF2-40B4-BE49-F238E27FC236}">
                <a16:creationId xmlns:a16="http://schemas.microsoft.com/office/drawing/2014/main" id="{9F006277-8B0A-3D1B-AA01-3532E211C552}"/>
              </a:ext>
            </a:extLst>
          </p:cNvPr>
          <p:cNvSpPr>
            <a:spLocks noGrp="1" noChangeArrowheads="1"/>
          </p:cNvSpPr>
          <p:nvPr>
            <p:ph idx="1"/>
          </p:nvPr>
        </p:nvSpPr>
        <p:spPr bwMode="auto">
          <a:xfrm>
            <a:off x="518160" y="2316118"/>
            <a:ext cx="11369040" cy="4539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Data Collection</a:t>
            </a:r>
            <a:br>
              <a:rPr lang="en-US" sz="2400" dirty="0"/>
            </a:br>
            <a:r>
              <a:rPr lang="en-US" sz="2400" dirty="0"/>
              <a:t>The dataset is collected from water quality sources containing various chemical and physical parameters.</a:t>
            </a:r>
          </a:p>
          <a:p>
            <a:r>
              <a:rPr lang="en-US" sz="2400" b="1" dirty="0"/>
              <a:t>Data Preprocessing</a:t>
            </a:r>
            <a:br>
              <a:rPr lang="en-US" sz="2400" dirty="0"/>
            </a:br>
            <a:r>
              <a:rPr lang="en-US" sz="2400" dirty="0"/>
              <a:t>Data is cleaned, formatted, and prepared for training the model.</a:t>
            </a:r>
          </a:p>
          <a:p>
            <a:r>
              <a:rPr lang="en-US" sz="2400" b="1" dirty="0"/>
              <a:t>Model Training</a:t>
            </a:r>
            <a:br>
              <a:rPr lang="en-US" sz="2400" dirty="0"/>
            </a:br>
            <a:r>
              <a:rPr lang="en-US" sz="2400" dirty="0"/>
              <a:t>Machine learning models like Random Forest and Extra Trees are trained using the dataset.</a:t>
            </a:r>
          </a:p>
          <a:p>
            <a:r>
              <a:rPr lang="en-US" sz="2400" b="1" dirty="0"/>
              <a:t>Prediction System</a:t>
            </a:r>
            <a:br>
              <a:rPr lang="en-US" sz="2400" dirty="0"/>
            </a:br>
            <a:r>
              <a:rPr lang="en-US" sz="2400" dirty="0"/>
              <a:t>The system takes user input and predicts whether the water is safe for drinking or not.</a:t>
            </a:r>
          </a:p>
        </p:txBody>
      </p:sp>
    </p:spTree>
    <p:extLst>
      <p:ext uri="{BB962C8B-B14F-4D97-AF65-F5344CB8AC3E}">
        <p14:creationId xmlns:p14="http://schemas.microsoft.com/office/powerpoint/2010/main" val="1095184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583D2-715A-466D-972E-E082DB165E6D}"/>
              </a:ext>
            </a:extLst>
          </p:cNvPr>
          <p:cNvSpPr>
            <a:spLocks noGrp="1"/>
          </p:cNvSpPr>
          <p:nvPr>
            <p:ph type="ctrTitle" idx="4294967295"/>
          </p:nvPr>
        </p:nvSpPr>
        <p:spPr>
          <a:xfrm>
            <a:off x="1682750" y="1955238"/>
            <a:ext cx="8826500" cy="2676525"/>
          </a:xfrm>
        </p:spPr>
        <p:txBody>
          <a:bodyPr/>
          <a:lstStyle/>
          <a:p>
            <a:pPr algn="ctr"/>
            <a:r>
              <a:rPr lang="en-IN" sz="7200" b="1" dirty="0">
                <a:solidFill>
                  <a:srgbClr val="FF0000"/>
                </a:solidFill>
              </a:rPr>
              <a:t>THANK</a:t>
            </a:r>
            <a:r>
              <a:rPr lang="en-IN" sz="7200" b="1" dirty="0"/>
              <a:t> </a:t>
            </a:r>
            <a:r>
              <a:rPr lang="en-IN" sz="7200" b="1" dirty="0">
                <a:solidFill>
                  <a:srgbClr val="FF0000"/>
                </a:solidFill>
              </a:rPr>
              <a:t>YOU</a:t>
            </a:r>
          </a:p>
        </p:txBody>
      </p:sp>
    </p:spTree>
    <p:extLst>
      <p:ext uri="{BB962C8B-B14F-4D97-AF65-F5344CB8AC3E}">
        <p14:creationId xmlns:p14="http://schemas.microsoft.com/office/powerpoint/2010/main" val="28762966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37</TotalTime>
  <Words>346</Words>
  <Application>Microsoft Office PowerPoint</Application>
  <PresentationFormat>Widescreen</PresentationFormat>
  <Paragraphs>23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Ion Boardroom</vt:lpstr>
      <vt:lpstr>water quality prediction Using AI &amp; ML </vt:lpstr>
      <vt:lpstr>References</vt:lpstr>
      <vt:lpstr>Algorithms</vt:lpstr>
      <vt:lpstr>Techniques</vt:lpstr>
      <vt:lpstr>Methods Used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Srinu Vasu</dc:creator>
  <cp:lastModifiedBy>varada saisriram</cp:lastModifiedBy>
  <cp:revision>4</cp:revision>
  <dcterms:created xsi:type="dcterms:W3CDTF">2026-03-24T04:17:25Z</dcterms:created>
  <dcterms:modified xsi:type="dcterms:W3CDTF">2026-03-24T04:57:08Z</dcterms:modified>
</cp:coreProperties>
</file>